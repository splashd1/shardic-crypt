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for people who may never run the CLI: architects and teams deciding whether shardic's primitive belongs in their own multi-party security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let other teams evaluate or integrate the primitive for their own multi-entity security — human-only, or human plus AI. Everything here is standard, publicly analyzable cryptography.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Chunking and XOR splitting can hide the key from anyone short of all pieces, but they're all-or-nothing. Lose one trustee and the key is gone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secret is where a line crosses the vertical axis. One point on the line tells you nothing — infinitely many lines pass through it. Two points fix the line, and so the crossing.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Hide the secret as the constant term of a random degree D-1 polynomial. Shards are points on it. Lagrange interpolation at x = 0 recovers the secret from any 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D-1 points, one polynomial fits every possible secret equally well. That's information-theoretic: no algorithm, no quantum computer, no amount of time helps, because the information isn't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Real-number interpolation brings fractions and floating-point rounding that silently corrupt the secret. GF(256) is exact, one element per byte, and the same field AES uses. It also sets the 255-shard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SSS never touches bulk data. AES-256-GCM encrypts the archive under a random DEK; SSS splits only the 32-byte DEK. Two independent layers: computational for data, information-theoretic for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raw shard is just data, so each is sealed under its own 256-bit AES-GCM key. The guarantee only needs each trustee to hold one independently. Mix sources across trustees in one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metadata never records which codeword unlocks which shard. Recovery tries each key against every unmatched record; GCM's auth tag is the oracle. With T in the tens, that's instant — and the file leaks nothing about who holds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one-time-pad mask over the ordinary split. The prime trustee holds the mask; the pool holds Shamir shards of the masked secret. Neither half alone reveals anything. Because the mask is just a value, a hardware element can hold it — that's the Fielded Prime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DEK and Shamir split are effectively unconditional. Each codeword is only computationally strong, and a higher D doesn't compensate: an attacker cracks D codewords individually. Tune both knobs.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level reuses the one beneath unchanged. Integrators change delivery, trustee organization, or what the value gates — never the split, the KDF path, or the container. Keep the implemented-vs-proposed line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four reading paths, from plain-language to code-level.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PUBLIC EDUCATION  ·  WHITE PAPER V4.1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The Cryptographic Foundation of Shardic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How threshold secret sharing turns "no one acts alone" into math — and how to build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EB9DC"/>
                </a:solidFill>
                <a:latin typeface="Calibri"/>
              </a:rPr>
              <a:t>Open for evaluation and integration  ·  github.com/splashd1/shardic-crypt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WHY WE'RE SHARING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A building block, not just a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Reuse the primitive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Standard parts — Shamir over GF(256), AES-256-GCM, Argon2id — composed so no single party holds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199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4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1999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Human-only or human +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Trustees are just independent key holders. The math doesn't care whether a slot is a person or a policy-bound 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9-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Evaluate it openly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2971800" cy="1794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Small, standards-based, and published — so you can verify the claims rather than take them on faith.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The question shardic answers: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how do we make sure no single party can expose this secret — or invoke this capability — alone?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START WITH THE WRONG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Why "cut the key into pieces"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59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Chunk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69184"/>
            <a:ext cx="3017520" cy="1519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Hand each of four trustees an 8-byte slice of the 32-byte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7200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895" y="19516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XOR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69184"/>
            <a:ext cx="3017520" cy="1519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Make every piece random except the last, chosen so they all XOR back to the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210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-12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935" y="1951695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21040" y="2487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Same flaw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69184"/>
            <a:ext cx="3017520" cy="1519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All-or-nothing. You can't ask for "any D of T" — lose one trustee and the key is gone forever.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What we actually want: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any D of T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recover, and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fewer than D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learn nothing. That's a threshold scheme.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Hide the secret as a point only enough hints can locate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6583680" cy="3099129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ss-geometric-intu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6309360" cy="28248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600200"/>
            <a:ext cx="41148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8C"/>
                </a:solidFill>
                <a:latin typeface="Calibri"/>
              </a:rPr>
              <a:t>Picture the secret as the spot where a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line crosses the vertical axis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Give each trustee one point on that line.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One point alone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fits infinitely many lines — every secret stays equally possible.</a:t>
            </a:r>
          </a:p>
          <a:p>
            <a:pPr algn="l">
              <a:spcBef>
                <a:spcPts val="1200"/>
              </a:spcBef>
            </a:pPr>
            <a:r>
              <a:rPr sz="1500" b="1" i="0">
                <a:solidFill>
                  <a:srgbClr val="5B6B8C"/>
                </a:solidFill>
                <a:latin typeface="Calibri"/>
              </a:rPr>
              <a:t>Two points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fix exactly one line, so exactly one crossing. That's D = 2.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Need D = 3? Use a parabola. In general: a curve that takes exactly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D points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to pin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6309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Any D of the T points will do — not a specific D, not all T — so the scheme absorbs losing up to T − D trustees.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PRECISE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Shamir's Secret Sharing (1979)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669280" cy="182880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6DEF5"/>
                </a:solidFill>
                <a:latin typeface="Consolas"/>
              </a:rPr>
              <a:t>f(x) = S + a₁x + a₂x² + … + a₍D−1₎x^(D−1)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500" b="0" i="0">
                <a:solidFill>
                  <a:srgbClr val="D6DEF5"/>
                </a:solidFill>
                <a:latin typeface="Consolas"/>
              </a:rPr>
              <a:t>f(0) = S          # the secret</a:t>
            </a:r>
          </a:p>
          <a:p>
            <a:pPr algn="l">
              <a:spcBef>
                <a:spcPts val="100"/>
              </a:spcBef>
            </a:pPr>
            <a:r>
              <a:rPr sz="1500" b="0" i="0">
                <a:solidFill>
                  <a:srgbClr val="D6DEF5"/>
                </a:solidFill>
                <a:latin typeface="Consolas"/>
              </a:rPr>
              <a:t>shard_i = (i, f(i))   for i = 1 … T</a:t>
            </a:r>
          </a:p>
        </p:txBody>
      </p:sp>
      <p:sp>
        <p:nvSpPr>
          <p:cNvPr id="8" name="Oval 7"/>
          <p:cNvSpPr/>
          <p:nvPr/>
        </p:nvSpPr>
        <p:spPr>
          <a:xfrm>
            <a:off x="6675120" y="1572768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727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92807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Random coefficients a₁…a₍D−1₎; the constant term is the secret.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2651760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3347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7180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Each shard is one point (i, f(i)) at a distinct nonzero x.</a:t>
            </a:r>
          </a:p>
        </p:txBody>
      </p:sp>
      <p:sp>
        <p:nvSpPr>
          <p:cNvPr id="16" name="Oval 15"/>
          <p:cNvSpPr/>
          <p:nvPr/>
        </p:nvSpPr>
        <p:spPr>
          <a:xfrm>
            <a:off x="6675120" y="3730752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307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712463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50791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One point per trustee — T in total.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4809744"/>
            <a:ext cx="457200" cy="457200"/>
          </a:xfrm>
          <a:prstGeom prst="ellipse">
            <a:avLst/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0974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41B4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79145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Reconstruct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129783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Any D points → Lagrange interpolation → evaluate at x = 0.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5669280" cy="14630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70332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 points fix a degree-(D−1) polynomial.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 No more, no fewer — that one algebra fact is the whole 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THE GUARANTEE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Below threshold, the answer doesn't exist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931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41B4D"/>
                </a:solidFill>
                <a:latin typeface="Calibri"/>
              </a:rPr>
              <a:t>0 bits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B8C"/>
                </a:solidFill>
                <a:latin typeface="Calibri"/>
              </a:rPr>
              <a:t>learned about the secret from D − 1 shards — regardless of computing power, time, or future cryptanalysis.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5544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12064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535" y="195169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640" y="24871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Computational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69184"/>
            <a:ext cx="2743200" cy="188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Most crypto: breaking it is </a:t>
            </a:r>
            <a:r>
              <a:rPr sz="1350" b="1" i="0">
                <a:solidFill>
                  <a:srgbClr val="CADCFC"/>
                </a:solidFill>
                <a:latin typeface="Calibri"/>
              </a:rPr>
              <a:t>hard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 (factoring, discrete log). A better algorithm or bigger computer could, in principle, win.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59536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4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255" y="1951695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24871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Information-theoretic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869184"/>
            <a:ext cx="2743200" cy="188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Shamir below threshold: nothing to break. Every candidate secret fits the shards </a:t>
            </a:r>
            <a:r>
              <a:rPr sz="1350" b="1" i="0">
                <a:solidFill>
                  <a:srgbClr val="CADCFC"/>
                </a:solidFill>
                <a:latin typeface="Calibri"/>
              </a:rPr>
              <a:t>equally well</a:t>
            </a:r>
            <a:r>
              <a:rPr sz="1350" b="0" i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libri"/>
              </a:rPr>
              <a:t>No partial credit, no "getting warmer." The Dth point doesn't refine the answer — it's the moment the answer springs into existence.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MAKING IT EXACT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Why GF(256) instead of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6035040" cy="3415004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gf256-byte-as-polynom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760720" cy="31406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040880" y="1645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-12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3775" y="17688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627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Reals break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9842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Fractions and floating-point rounding silently corrupt the secret.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0175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-3-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775" y="314041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0" y="29992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One element = one byte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3558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256 elements, closed arithmetic, no rounding — the same field AES uses.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43891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3775" y="451201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0" y="43708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A built-in ceiling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727448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B6B8C"/>
                </a:solidFill>
                <a:latin typeface="Calibri"/>
              </a:rPr>
              <a:t>255 usable x-values (0 is the secret) → at most 255 shards.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shardic applies the construction independently to each of the DEK's 32 bytes.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FROM TEXTBOOK TO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Split the key, never the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94959" cy="3515136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120640" cy="32408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554480"/>
            <a:ext cx="5212080" cy="1874519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8105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Layer 1 — AES-256-GCM on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2528"/>
            <a:ext cx="4663440" cy="1053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Encrypt the uncompressed tar archive once under a random DEK. Computational security, plus built-in tamper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11880"/>
            <a:ext cx="5212080" cy="1874519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75120" y="386791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Layer 2 — Shamir on the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49928"/>
            <a:ext cx="4663440" cy="1053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Split only the 32-byte DEK into T shards at threshold D. Information-theoretic below 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692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B6B8C"/>
                </a:solidFill>
                <a:latin typeface="Calibri"/>
              </a:rPr>
              <a:t>Uncompressed on purpose: ciphertext size shouldn't leak plaintext compressibility.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SEALING EACH SHARD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The shardic encryption key: four pluggable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6868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2" y="1964862"/>
            <a:ext cx="294802" cy="2948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77156" y="1783080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77156" y="1783080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92807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KDF from a codeword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77439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Memorized words → Argon2id (or PBKDF2). The only source a human recalls.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92240" y="1828800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2" y="1964862"/>
            <a:ext cx="294802" cy="29480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300715" y="1783080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300715" y="1783080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92807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shardic envelope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77439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Full-strength CSPRNG key, delivered wrapped under the trustee's public key.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68680" y="397763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-8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2" y="4113702"/>
            <a:ext cx="294802" cy="29480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832604" y="3931920"/>
            <a:ext cx="882396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32604" y="3931920"/>
            <a:ext cx="8823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PLUGGABLE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416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External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5262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PIV/FIDO2, an HSM, or a shardware-token releases the key.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65760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492240" y="3977639"/>
            <a:ext cx="566928" cy="566928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302" y="4113702"/>
            <a:ext cx="294802" cy="29480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456163" y="3931920"/>
            <a:ext cx="882396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456163" y="3931920"/>
            <a:ext cx="8823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PLUGGABLE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4164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Anything mainstream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2628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Enterprise KMS, PKI credentials — any 256-bit key held with comparable rigor.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B6B8C"/>
                </a:solidFill>
                <a:latin typeface="Calibri"/>
              </a:rPr>
              <a:t>Each shard record stores only {salt, nonce, ciphertext}. The container records the KDF and parameters once, so the vault describes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A PROPERTY WORTH COPYING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Zero-leakage indexing: no map, just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413739" cy="420624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91640"/>
            <a:ext cx="5139419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60020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B8C"/>
                </a:solidFill>
                <a:latin typeface="Calibri"/>
              </a:rPr>
              <a:t>The shard list has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no trustee mapping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— just opaque, shuffled {salt, nonce, ciphertext} records.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Recovery tries each supplied key against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every unmatched record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. GCM's auth tag makes the right pairing decrypt and every wrong one fail fast.</a:t>
            </a:r>
          </a:p>
          <a:p>
            <a:pPr algn="l">
              <a:spcBef>
                <a:spcPts val="1200"/>
              </a:spcBef>
            </a:pPr>
            <a:r>
              <a:rPr sz="1500" b="0" i="0">
                <a:solidFill>
                  <a:srgbClr val="5B6B8C"/>
                </a:solidFill>
                <a:latin typeface="Calibri"/>
              </a:rPr>
              <a:t>With T in the tens, trial is </a:t>
            </a:r>
            <a:r>
              <a:rPr sz="1500" b="1" i="0">
                <a:solidFill>
                  <a:srgbClr val="5B6B8C"/>
                </a:solidFill>
                <a:latin typeface="Calibri"/>
              </a:rPr>
              <a:t>effectively instant</a:t>
            </a:r>
            <a:r>
              <a:rPr sz="1500" b="0" i="0">
                <a:solidFill>
                  <a:srgbClr val="5B6B8C"/>
                </a:solidFill>
                <a:latin typeface="Calibri"/>
              </a:rPr>
              <a:t> — so don't add a mapping "for efficiency."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84632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12279" y="4846320"/>
            <a:ext cx="4480559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The .krypt file on its own reveals nothing about who holds what.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EXTENDING THE TEXTBOOK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shardic-prime: one mandatory trustee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852160" cy="2377440"/>
          </a:xfrm>
          <a:prstGeom prst="roundRect">
            <a:avLst>
              <a:gd name="adj" fmla="val 30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3035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DEF5"/>
                </a:solidFill>
                <a:latin typeface="Consolas"/>
              </a:rPr>
              <a:t>mask          = random bytes, len(DEK)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masked_secret = DEK XOR mask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pool_shards   = split(masked_secret,</a:t>
            </a: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                      D − 1, pool_size)</a:t>
            </a:r>
          </a:p>
          <a:p>
            <a:pPr algn="l">
              <a:spcBef>
                <a:spcPts val="100"/>
              </a:spcBef>
            </a:pPr>
          </a:p>
          <a:p>
            <a:pPr algn="l">
              <a:spcBef>
                <a:spcPts val="100"/>
              </a:spcBef>
            </a:pPr>
            <a:r>
              <a:rPr sz="1400" b="0" i="0">
                <a:solidFill>
                  <a:srgbClr val="D6DEF5"/>
                </a:solidFill>
                <a:latin typeface="Consolas"/>
              </a:rPr>
              <a:t>DEK = reconstruct(pool_shards) XOR mask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60520"/>
            <a:ext cx="5852160" cy="173736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4416552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Nothing new to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798568"/>
            <a:ext cx="5303520" cy="916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Both halves keep the information-theoretic guarantee. The layering makes the prime trustee mathematically essential, not just customary.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59" y="1554480"/>
            <a:ext cx="4846320" cy="3208187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91640"/>
            <a:ext cx="4572000" cy="29338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766560" y="4892040"/>
            <a:ext cx="4846320" cy="100584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4892040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mask is just a value — so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hardware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can hold it. That's the Fielded Prime Element.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SIZE IT CORRECTLY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Two different strengths, two different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51695"/>
            <a:ext cx="266273" cy="26627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21708" y="182880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1708" y="1828800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UNCONDITIONAL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Key length &amp; Shamir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256-bit DEK, no known AES-256 shortcut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Below D: zero information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Raising T or D changes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how many must collude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440680" cy="2834640"/>
          </a:xfrm>
          <a:prstGeom prst="roundRect">
            <a:avLst>
              <a:gd name="adj" fmla="val 6000"/>
            </a:avLst>
          </a:prstGeom>
          <a:solidFill>
            <a:srgbClr val="3A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46520" y="182880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415" y="1951695"/>
            <a:ext cx="266273" cy="26627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145267" y="1828800"/>
            <a:ext cx="1193292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145267" y="1828800"/>
            <a:ext cx="11932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COMPUTATIONAL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Each codeword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69184"/>
            <a:ext cx="4892040" cy="1337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Only as strong as its guess space × KDF cost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Attacker cracks D codewords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one at a time</a:t>
            </a:r>
          </a:p>
          <a:p>
            <a:pPr algn="l" marL="201168" indent="-201168">
              <a:spcBef>
                <a:spcPts val="500"/>
              </a:spcBef>
              <a:buClr>
                <a:srgbClr val="E7B93E"/>
              </a:buClr>
              <a:buChar char="•"/>
            </a:pPr>
            <a:r>
              <a:rPr sz="1400" b="0" i="0">
                <a:solidFill>
                  <a:srgbClr val="CADCFC"/>
                </a:solidFill>
                <a:latin typeface="Calibri"/>
              </a:rPr>
              <a:t>More trustees </a:t>
            </a:r>
            <a:r>
              <a:rPr sz="1400" b="1" i="0">
                <a:solidFill>
                  <a:srgbClr val="CADCFC"/>
                </a:solidFill>
                <a:latin typeface="Calibri"/>
              </a:rPr>
              <a:t>don't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fix a weak codeword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Default memorable codewords: 8 EFF words ≈ 103 bits, Argon2id at 256 MiB per guess. For high-assurance ceremonies, skip the codeword entirely — a CSPRNG key delivered by shardic envelope reaches parity with the DEK.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00">
                <a:solidFill>
                  <a:srgbClr val="9C6F0B"/>
                </a:solidFill>
                <a:latin typeface="Calibri"/>
              </a:rPr>
              <a:t>BUILDING 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B4D"/>
                </a:solidFill>
                <a:latin typeface="Calibri"/>
              </a:rPr>
              <a:t>What stays fixed when you integrate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5B6B8C"/>
                </a:solidFill>
                <a:latin typeface="Calibri"/>
              </a:rPr>
              <a:t>SHARDIC  ·  Cryptographic Foundations  ·  v4.1.1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6B8C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59" y="1810512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1810512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Level 1 · Personal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Codewords + a .krypt file. The math everything else reuses.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1999" y="1810512"/>
            <a:ext cx="1037844" cy="274320"/>
          </a:xfrm>
          <a:prstGeom prst="roundRect">
            <a:avLst>
              <a:gd name="adj" fmla="val 50000"/>
            </a:avLst>
          </a:prstGeom>
          <a:solidFill>
            <a:srgbClr val="3EB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1999" y="1810512"/>
            <a:ext cx="10378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Level 2 · Shardic ceremony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5176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Change how keys reach trustees and how trustees are chosen — not the math.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321040" y="1810512"/>
            <a:ext cx="1348740" cy="274320"/>
          </a:xfrm>
          <a:prstGeom prst="roundRect">
            <a:avLst>
              <a:gd name="adj" fmla="val 50000"/>
            </a:avLst>
          </a:prstGeom>
          <a:solidFill>
            <a:srgbClr val="E7B9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60">
                <a:solidFill>
                  <a:srgbClr val="141B4D"/>
                </a:solidFill>
                <a:latin typeface="Calibri"/>
              </a:rPr>
              <a:t>DESIGN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Calibri"/>
              </a:rPr>
              <a:t>Level 3 · SPAC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Change what the value gates: any consequential action, bound to one device.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1B4D"/>
                </a:solidFill>
                <a:latin typeface="Calibri"/>
              </a:rPr>
              <a:t>Invariants to preserve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One crypto core — never fork encrypt/split logic per frontend</a:t>
            </a:r>
          </a:p>
          <a:p>
            <a:pPr algn="l" marL="201168" indent="-201168">
              <a:spcBef>
                <a:spcPts val="400"/>
              </a:spcBef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No shard-to-trustee mapping in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9377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KDF fixed at creation — no downgrade on recovery</a:t>
            </a:r>
          </a:p>
          <a:p>
            <a:pPr algn="l" marL="201168" indent="-201168">
              <a:spcBef>
                <a:spcPts val="400"/>
              </a:spcBef>
              <a:buClr>
                <a:srgbClr val="E7B93E"/>
              </a:buClr>
              <a:buChar char="•"/>
            </a:pPr>
            <a:r>
              <a:rPr sz="1350" b="0" i="0">
                <a:solidFill>
                  <a:srgbClr val="5B6B8C"/>
                </a:solidFill>
                <a:latin typeface="Calibri"/>
              </a:rPr>
              <a:t>Fail closed: no partial or best-guess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20">
                <a:solidFill>
                  <a:srgbClr val="E7B93E"/>
                </a:solidFill>
                <a:latin typeface="Calibri"/>
              </a:rPr>
              <a:t>LEARN 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Pick your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9728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-4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75" y="2911815"/>
            <a:ext cx="266273" cy="2662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Plain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docs/public-education-explainer.md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79476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655" y="291181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9476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The math, step by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docs/sss_explained_for_shardic.md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9224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135" y="291181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9224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The full argument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White paper v4.1 — md / docx / 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514600"/>
            <a:ext cx="2514600" cy="2377440"/>
          </a:xfrm>
          <a:prstGeom prst="roundRect">
            <a:avLst>
              <a:gd name="adj" fmla="val 6000"/>
            </a:avLst>
          </a:prstGeom>
          <a:solidFill>
            <a:srgbClr val="2431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89720" y="2788920"/>
            <a:ext cx="512064" cy="512064"/>
          </a:xfrm>
          <a:prstGeom prst="ellipse">
            <a:avLst/>
          </a:prstGeom>
          <a:solidFill>
            <a:srgbClr val="263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-13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2615" y="2911815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9720" y="34747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Code-level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93192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docs/shardic-cryptographic-path.md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AEB9DC"/>
                </a:solidFill>
                <a:latin typeface="Calibri"/>
              </a:rPr>
              <a:t>Evaluate it, break it, build on it — github.com/splashd1/shardic-crypt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