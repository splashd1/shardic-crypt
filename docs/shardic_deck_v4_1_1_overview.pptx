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One line: shardic makes 'no single party can decrypt this alone' a mathematical fact, not a policy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Whoever holds the key has unilateral, permanent control. Wrapping it or locking it in an HSM moves the single point of control; it doesn't remove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Encrypt once under a random DEK. Split the DEK with Shamir's Secret Sharing into T shards. Each trustee unlocks their shard with their own shardic encryption key. Any D rebuild the DEK; fewer carry zero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facts: any D of T recover; below D you learn zero bits; everything ships as one self-describing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 from vault_create.py run against demo/sample-secret. Point out: Argon2id KDF, ~103-bit memorable codewords, one .krypt file, and the instruction to distribute then delete codeword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output. Codewords in any order; a wrong codeword is rejected by the AES-GCM auth tag; three good ones reconstruct and decrypt. diff -r confirms a byte-identical round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Break-glass keys, estate planning, public-sector two-person rules, regulated separation of duties. Common thread: rare access, high stakes, a small static trustee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level reuses the one beneath it unchanged. Levels 1 and 2 run today; Level 3 (SPAC) is a design proposal on the same unmodified math. You can stop at any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matters more than hype. For frequent or live authorization with key rotation, use FROST or HSM-backed multisig.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clone, run the two commands, read the white paper or the plain-language explainer.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OVERVIEW &amp; DEMO  ·  WHITE PAPER V4.1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 spc="300">
                <a:solidFill>
                  <a:srgbClr val="FFFFFF"/>
                </a:solidFill>
                <a:latin typeface="Calibri"/>
              </a:rPr>
              <a:t>SHARDIC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CADCFC"/>
                </a:solidFill>
                <a:latin typeface="Calibri"/>
              </a:rPr>
              <a:t>No single party can decrypt it alone. Any D of T 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EB9DC"/>
                </a:solidFill>
                <a:latin typeface="Calibri"/>
              </a:rPr>
              <a:t>Threshold-recoverable encryption you can run today — a working CLI and GUI, no server, no network.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512064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2" y="5256702"/>
            <a:ext cx="294802" cy="29480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600200" y="512064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262" y="5256702"/>
            <a:ext cx="294802" cy="29480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377440" y="512064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502" y="5256702"/>
            <a:ext cx="294802" cy="294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EB9DC"/>
                </a:solidFill>
                <a:latin typeface="Calibri"/>
              </a:rPr>
              <a:t>github.com/splashd1/shardic-crypt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STATUS QUO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One key, one point of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B8C"/>
                </a:solidFill>
                <a:latin typeface="Calibri"/>
              </a:rPr>
              <a:t>Conventional encryption is </a:t>
            </a:r>
            <a:r>
              <a:rPr sz="1600" b="1" i="0">
                <a:solidFill>
                  <a:srgbClr val="5B6B8C"/>
                </a:solidFill>
                <a:latin typeface="Calibri"/>
              </a:rPr>
              <a:t>monolithic</a:t>
            </a:r>
            <a:r>
              <a:rPr sz="1600" b="0" i="0">
                <a:solidFill>
                  <a:srgbClr val="5B6B8C"/>
                </a:solidFill>
                <a:latin typeface="Calibri"/>
              </a:rPr>
              <a:t>: whoever holds the key — or controls the system holding it — controls the plaintext, alone and for good.</a:t>
            </a:r>
          </a:p>
          <a:p>
            <a:pPr algn="l">
              <a:spcBef>
                <a:spcPts val="1200"/>
              </a:spcBef>
            </a:pPr>
            <a:r>
              <a:rPr sz="1600" b="0" i="0">
                <a:solidFill>
                  <a:srgbClr val="5B6B8C"/>
                </a:solidFill>
                <a:latin typeface="Calibri"/>
              </a:rPr>
              <a:t>Wrap the key under a public key and the private key becomes the new single secret. Lock it in an HSM and one coerced admin still gets through.</a:t>
            </a:r>
          </a:p>
          <a:p>
            <a:pPr algn="l">
              <a:spcBef>
                <a:spcPts val="1200"/>
              </a:spcBef>
            </a:pPr>
            <a:r>
              <a:rPr sz="1600" b="0" i="0">
                <a:solidFill>
                  <a:srgbClr val="5B6B8C"/>
                </a:solidFill>
                <a:latin typeface="Calibri"/>
              </a:rPr>
              <a:t>Same shape every time: </a:t>
            </a:r>
            <a:r>
              <a:rPr sz="1600" b="1" i="0">
                <a:solidFill>
                  <a:srgbClr val="5B6B8C"/>
                </a:solidFill>
                <a:latin typeface="Calibri"/>
              </a:rPr>
              <a:t>one secret, one holder, one point of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492240" y="187451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302" y="2010582"/>
            <a:ext cx="294802" cy="294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17830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Rogue insider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trusted person acts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90088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92240" y="3355848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-1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2" y="3491910"/>
            <a:ext cx="294802" cy="2948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0" y="326440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Coerced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75887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person is pressured into acting.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71416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92240" y="4837176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302" y="4973238"/>
            <a:ext cx="294802" cy="2948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0" y="474573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Stolen credential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15721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compromised account is enough.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SHARDIC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Split the key, not the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7451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9741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532888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Encrypt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14904"/>
            <a:ext cx="2011679" cy="879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AES-256-GCM under a random 256-bit DEK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9C6F0B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002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657600" y="187451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-13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495" y="1997415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2532888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Split the DEK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14904"/>
            <a:ext cx="2011679" cy="879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Shamir's Secret Sharing → T shards, threshold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9C6F0B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002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92240" y="187451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135" y="1997415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92240" y="2532888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Seal each shard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14904"/>
            <a:ext cx="2011679" cy="879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Under that trustee's own shardic encryption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9C6F0B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002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0" y="187451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4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775" y="1997415"/>
            <a:ext cx="266273" cy="2662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326880" y="2532888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Distribute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14904"/>
            <a:ext cx="2011679" cy="879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One codeword per trustee, out of band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8680" y="4343400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Any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D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of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T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trustees rebuild the DEK. Fewer than D hold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zero information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about it — not "hard to break," but simply not there.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The creator can't recover alone either — once they delete their local copies and distribute the codewords.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GUARANTEE IN THREE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What the math actually promises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41B4D"/>
                </a:solidFill>
                <a:latin typeface="Calibri"/>
              </a:rPr>
              <a:t>3 of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6709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Any three trustees recover. Which three doesn't matter — and two can be lost for good.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41B4D"/>
                </a:solidFill>
                <a:latin typeface="Calibri"/>
              </a:rPr>
              <a:t>0 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6709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What D − 1 shards reveal about the key, regardless of computing power.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41B4D"/>
                </a:solidFill>
                <a:latin typeface="Calibri"/>
              </a:rPr>
              <a:t>1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6709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One .krypt container: header, metadata, ciphertext. No trustee-to-shard map inside.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Information-theoretic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below threshold: the guarantee doesn't erode as quantum or classical computing improves.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LIVE DEMO ·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Create a 3-of-5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DEF5"/>
                </a:solidFill>
                <a:latin typeface="Consolas"/>
              </a:rPr>
              <a:t>$ python3 vault_create.py --input demo/sample-secret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--trustees 5 --threshold 3 --outdir ./v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[i] Shard protection KDF: argon2id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Memorable mode: 7772 real words (EFF list)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Estimated codeword strength: ~103 bits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Archiving 'demo/sample-secret' ...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Split DEK into 5 shards, threshold 3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Wrote vault container: pzzsrzg30y9z0pwv.krypt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[+] Wrote 5 trustee codeword files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Distribute each to exactly one trustee,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then DELETE them from this machine.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55448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3619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Pick T and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Five trustees, any three recover.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2670048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670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Memorable codewords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90087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Eight real words each — e.g. unruly-numbing-precision-lemon-…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3785615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78561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76732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One .krypt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105656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Safe to store or share: it maps no shard to any trustee.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4901184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9011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88289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Hand off, then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221224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Distribution is your trust decision — the tool never automates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LIVE DEMO ·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Recover with any three — and nothing 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DEF5"/>
                </a:solidFill>
                <a:latin typeface="Consolas"/>
              </a:rPr>
              <a:t>$ python3 vault_recover.py v/*.krypt --outdir ./r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--word &lt;trustee 1&gt; --word &lt;trustee 3&gt; --word &lt;trustee 5&gt;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[i] This vault requires 3 of 5 codewords to recover.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(1/3).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(2/3).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(3/3).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Reconstructing DEK from recovered shards ...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Decrypting archive ...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Success.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diff -r demo/sample-secret r/sample-secret   # identical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# and when a trustee mistypes: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[-] That codeword doesn't match any remaining shard.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6002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3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735" y="172309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0" y="15727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Any order, any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93852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Recovery never asks who you are.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3081528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735" y="320442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5360" y="305409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Wrong word? 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419856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GCM's auth tag fails fast — no garbage output.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4562856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-4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735" y="468575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95360" y="453542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Two isn't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901184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Short of D, recovery stops. No partial output, ever.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WHERE IT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Rare, high-stakes, nobody-acts-alone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2" y="1964862"/>
            <a:ext cx="294802" cy="2948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1892807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Break-glass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77439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Root CA keys, DB master keys, SCADA overrides — say T=7, D=4.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2" y="1964862"/>
            <a:ext cx="294802" cy="2948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1892807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Estate &amp; succession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377439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Relatives, a lawyer, a partner (T=5, D=3), with memorizable codewords.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79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68680" y="416051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2" y="4296582"/>
            <a:ext cx="294802" cy="2948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4224527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Government &amp; public sector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09159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Any-3-of-7 officials, escrowed archives, continuity-of-government keys.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79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92240" y="416051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302" y="4296582"/>
            <a:ext cx="294802" cy="2948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0" y="4224527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Business &amp; regulated industry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709159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M&amp;A escrow, treasury cold storage, SOX/HIPAA separation of duties.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ONE PRIMITIVE, THREE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Start small — the same math scales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744982" cy="4709159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apability-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4470662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60720" y="1508760"/>
            <a:ext cx="5852160" cy="138988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035040" y="1737360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0" y="1737360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7568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Level 1 — Personal &amp; small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0487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CLI + GUI. Codewords, a .krypt file, no 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081528"/>
            <a:ext cx="5852160" cy="138988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035040" y="3310128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35040" y="3310128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64845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Level 2 — Shardic ceremony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7763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Public-key-wrapped delivery, identity-backed trustee selection, automatic backfill.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4654296"/>
            <a:ext cx="5852160" cy="138988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035040" y="4882896"/>
            <a:ext cx="1348740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35040" y="4882896"/>
            <a:ext cx="13487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DESIGN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22122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Level 3 — SPAC product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550408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Gate any consequential action, bound to one fielded device — including human-AI mutual oversight.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HONEST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Great fit, poor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78308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3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0597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414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Reach for shardic when…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23464"/>
            <a:ext cx="4892040" cy="2068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Access is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rare and high-stakes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, not routine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No single party should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ever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decrypt alone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The trustee set is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small and fairly static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(tens, not thousands)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must store or share the vault file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without leaking who holds what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want it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offline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— no server in the recovery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46520" y="178308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1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15" y="190597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24414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Reach for something else when…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23464"/>
            <a:ext cx="4892040" cy="2068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need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frequent or live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authorization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must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revoke one trustee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without a full re-split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need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online quorum and key rotation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— use FROST or HSM-backed multisig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Your trustee count runs past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255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(the GF(256) ceiling)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B6B8C"/>
                </a:solidFill>
                <a:latin typeface="Calibri"/>
              </a:rPr>
              <a:t>Being clear about the boundary is part of the guarantee: shardic solves one problem — rare recovery that needs genuine multi-party agreement — and solves it completely.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TRY IT 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Math beats policies and permissions.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6400800" cy="2011680"/>
          </a:xfrm>
          <a:prstGeom prst="roundRect">
            <a:avLst>
              <a:gd name="adj" fmla="val 3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5852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DEF5"/>
                </a:solidFill>
                <a:latin typeface="Consolas"/>
              </a:rPr>
              <a:t>$ git clone https://github.com/splashd1/shardic-crypt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pip install cryptography argon2-cffi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python3 vault_create.py --input &lt;dir&gt;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--trustees 5 --threshold 3 --outdir v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python3 vault_recover.py v/*.krypt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46888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Read next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CADCFC"/>
                </a:solidFill>
                <a:latin typeface="Calibri"/>
              </a:rPr>
              <a:t>White paper v4.1 — docs/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CADCFC"/>
                </a:solidFill>
                <a:latin typeface="Calibri"/>
              </a:rPr>
              <a:t>Plain-language explainer — public-education-explainer.md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CADCFC"/>
                </a:solidFill>
                <a:latin typeface="Calibri"/>
              </a:rPr>
              <a:t>Foundations deck — the cryptography,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AEB9DC"/>
                </a:solidFill>
                <a:latin typeface="Calibri"/>
              </a:rPr>
              <a:t>No server. No network. Just Python 3, a .krypt file, and D people who agree.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